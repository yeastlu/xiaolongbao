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4660554d114695" /><Relationship Type="http://schemas.openxmlformats.org/officeDocument/2006/relationships/extended-properties" Target="/docProps/app.xml" Id="R3fa668df83ff4699" /><Relationship Type="http://schemas.openxmlformats.org/officeDocument/2006/relationships/officeDocument" Target="/ppt/presentation.xml" Id="R1245ca6a45c9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dcccaf795d47d7"/>
  </p:sldMasterIdLst>
  <p:notesMasterIdLst>
    <p:notesMasterId xmlns:r="http://schemas.openxmlformats.org/officeDocument/2006/relationships" r:id="R800ce76c8d6d4ed8"/>
  </p:notesMasterIdLst>
  <p:sldIdLst>
    <p:sldId xmlns:r="http://schemas.openxmlformats.org/officeDocument/2006/relationships" id="256" r:id="R00f022f14ac440dd"/>
  </p:sldIdLst>
  <p:sldSz cx="6858000" cy="12192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dcccaf795d47d7" /><Relationship Type="http://schemas.openxmlformats.org/officeDocument/2006/relationships/theme" Target="/ppt/theme/theme1.xml" Id="R129cf637b818414c" /><Relationship Type="http://schemas.openxmlformats.org/officeDocument/2006/relationships/notesMaster" Target="/ppt/notesMasters/notesMaster1.xml" Id="R800ce76c8d6d4ed8" /><Relationship Type="http://schemas.openxmlformats.org/officeDocument/2006/relationships/presProps" Target="/ppt/presProps.xml" Id="R648db440842746db" /><Relationship Type="http://schemas.openxmlformats.org/officeDocument/2006/relationships/viewProps" Target="/ppt/viewProps.xml" Id="R3a652472fb98476f" /><Relationship Type="http://schemas.openxmlformats.org/officeDocument/2006/relationships/tableStyles" Target="/ppt/tableStyles.xml" Id="Rce5e104985264f98" /><Relationship Type="http://schemas.openxmlformats.org/officeDocument/2006/relationships/slide" Target="/ppt/slides/slide1.xml" Id="R00f022f14ac440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965a8f5197ad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57cc0be6714e2a" /><Relationship Type="http://schemas.openxmlformats.org/officeDocument/2006/relationships/notesMaster" Target="/ppt/notesMasters/notesMaster1.xml" Id="R4a66ae09307f4b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dd8e5e63c4a0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c663fd5f044ad3" /><Relationship Type="http://schemas.openxmlformats.org/officeDocument/2006/relationships/slideLayout" Target="/ppt/slideLayouts/slideLayout2.xml" Id="R78b8bd6482af45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b8bd6482af45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aa837afa604c19" /><Relationship Type="http://schemas.openxmlformats.org/officeDocument/2006/relationships/notesSlide" Target="/ppt/notesSlides/notesSlide1.xml" Id="R5a3632b57b294d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90A532-427B-4082-9E4B-5DEAC682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533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EF"/>
          </a:solidFill>
          <a:ln xmlns:a="http://schemas.openxmlformats.org/drawingml/2006/main" w="9525">
            <a:solidFill>
              <a:srgbClr val="20221C"/>
            </a:solidFill>
          </a:ln>
        </p:spPr>
      </p:sp>
    </p:spTree>
    <p:extLst>
      <p:ext uri="{BB962C8B-B14F-4D97-AF65-F5344CB8AC3E}">
        <p14:creationId xmlns:p14="http://schemas.microsoft.com/office/powerpoint/2010/main" val="959917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2026-06-07T09:58:21.9850000Z</dcterms:created>
  <dcterms:modified xsi:type="dcterms:W3CDTF">2026-06-07T09:58:21.9850000Z</dcterms:modified>
</coreProperties>
</file>